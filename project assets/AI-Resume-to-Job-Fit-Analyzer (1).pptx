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PT Serif"/>
      <p:regular r:id="rId12"/>
    </p:embeddedFont>
    <p:embeddedFont>
      <p:font typeface="PT Serif Bold"/>
      <p:regular r:id="rId13"/>
    </p:embeddedFont>
    <p:embeddedFont>
      <p:font typeface="DM Sans"/>
      <p:regular r:id="rId14"/>
    </p:embeddedFont>
    <p:embeddedFont>
      <p:font typeface="DM Sans Bold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587946"/>
            <a:ext cx="939105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630436"/>
            <a:ext cx="12261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FOR IMPACT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11051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Resume-to-Job Fit Analyzer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925119" y="205397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Empowering job seekers with intelligent, AI-driven skill-gap analysis and resume matching.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667074"/>
            <a:ext cx="4722763" cy="1888480"/>
          </a:xfrm>
          <a:prstGeom prst="roundRect">
            <a:avLst>
              <a:gd name="adj" fmla="val 1126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3925119" y="2667074"/>
            <a:ext cx="2361381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4175447" y="280883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Rahi Prajapat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86500" y="2667074"/>
            <a:ext cx="2361381" cy="82793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2667074"/>
            <a:ext cx="19050" cy="827931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9"/>
          <p:cNvSpPr/>
          <p:nvPr/>
        </p:nvSpPr>
        <p:spPr>
          <a:xfrm>
            <a:off x="6536829" y="280883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Musta Abda Bhaiwala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28259" y="3126432"/>
            <a:ext cx="20778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3495005"/>
            <a:ext cx="4722763" cy="106054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2"/>
          <p:cNvSpPr/>
          <p:nvPr/>
        </p:nvSpPr>
        <p:spPr>
          <a:xfrm>
            <a:off x="3925119" y="3495005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6" name="Text 13"/>
          <p:cNvSpPr/>
          <p:nvPr/>
        </p:nvSpPr>
        <p:spPr>
          <a:xfrm>
            <a:off x="4425776" y="3636764"/>
            <a:ext cx="37213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CodeVerse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4066877" y="4186982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349" y="496788"/>
            <a:ext cx="1228204" cy="248543"/>
          </a:xfrm>
          <a:prstGeom prst="roundRect">
            <a:avLst>
              <a:gd name="adj" fmla="val 6310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0469" y="540693"/>
            <a:ext cx="15191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349" y="793477"/>
            <a:ext cx="4800302" cy="85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Employability Gap Nobody Talks About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349" y="1831702"/>
            <a:ext cx="4800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seekers submit dozens of applications with no feedback. Recruiters spend hours manually screening resumes.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sides lose.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061" y="2368897"/>
            <a:ext cx="4814590" cy="9782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170" y="2513856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Problem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5170" y="2800499"/>
            <a:ext cx="446752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no intelligent, automated tool that analyzes a resume against a job description and tells candidates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exactly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what skills they are missing.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061" y="3467621"/>
            <a:ext cx="4814590" cy="11790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5170" y="3612579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45170" y="3899222"/>
            <a:ext cx="446752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Resume-to-Job Fit Analyzer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reads a resume, compares it to a job description, and generates a detailed skill-gap report with compatibility scoring.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1320"/>
            <a:ext cx="755005" cy="187672"/>
          </a:xfrm>
          <a:prstGeom prst="roundRect">
            <a:avLst>
              <a:gd name="adj" fmla="val 6940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53839"/>
            <a:ext cx="1081980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42181"/>
            <a:ext cx="4085481" cy="35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Powered by Gemini 2.5 Flash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116434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1981498"/>
            <a:ext cx="244494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Gemini 2.5 Flash Delivers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09071" y="2242542"/>
            <a:ext cx="3612207" cy="1006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 Shortlisting: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AI ranks and filters candidates automatically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Strengths: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Highlights the candidate's strongest matching skills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Gaps: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Identifies missing or weak competencies vs. job requirements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Compatibility Score: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clear percentage match between resume and job description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09071" y="3342829"/>
            <a:ext cx="3612207" cy="510332"/>
          </a:xfrm>
          <a:prstGeom prst="roundRect">
            <a:avLst>
              <a:gd name="adj" fmla="val 3190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66" y="3497759"/>
            <a:ext cx="135657" cy="108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61719" y="3444701"/>
            <a:ext cx="31510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2.5 Flash provides fast, accurate, and context-aware natural language understanding for precise matching.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068437"/>
            <a:ext cx="751433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110928"/>
            <a:ext cx="10385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391543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See It in Action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925119" y="206930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Watch how the AI Resume-to-Job Fit Analyzer processes a real resume, compares it to a live job description, and generates an instant skill-gap report with a compatibility percentage.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909218"/>
            <a:ext cx="4722763" cy="1006376"/>
          </a:xfrm>
          <a:prstGeom prst="roundRect">
            <a:avLst>
              <a:gd name="adj" fmla="val 2113"/>
            </a:avLst>
          </a:prstGeom>
          <a:solidFill>
            <a:srgbClr val="FFCDB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109987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5816" y="3072185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▶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 Placeholder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Demo video will be embedded here. The walkthrough covers resume upload, AI analysis, and the final skill-gap report output.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7991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127575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believe AI can bridge the gap between talent and opportunity — one resume at a time.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888852"/>
            <a:ext cx="2290465" cy="1291084"/>
          </a:xfrm>
          <a:prstGeom prst="roundRect">
            <a:avLst>
              <a:gd name="adj" fmla="val 164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030611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Problem Solved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66877" y="2357735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Automated, intelligent resume-to-job matching with actionable feedback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888852"/>
            <a:ext cx="2290539" cy="1291084"/>
          </a:xfrm>
          <a:prstGeom prst="roundRect">
            <a:avLst>
              <a:gd name="adj" fmla="val 164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030611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Tech Stack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99101" y="2357735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Powered by Google Gemini 2.5 Flash for fast, accurate AI analysis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321695"/>
            <a:ext cx="4722763" cy="837456"/>
          </a:xfrm>
          <a:prstGeom prst="roundRect">
            <a:avLst>
              <a:gd name="adj" fmla="val 2539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463454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Impact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66877" y="379057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job seekers improve employability and recruiters hire smarter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25119" y="43186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Name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Built for AI for Impact 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2026-06-06T11:28:08Z</dcterms:created>
  <dcterms:modified xsi:type="dcterms:W3CDTF">2026-06-06T11:28:08Z</dcterms:modified>
</cp:coreProperties>
</file>